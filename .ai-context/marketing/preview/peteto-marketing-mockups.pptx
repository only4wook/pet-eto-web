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· 펫에토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디자인 시안 프리뷰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09728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명함 5종 (대표·영업·수의사·디자이너·제휴)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리플릿 5컨셉 × 3타겟 (수의사/병원/펫샵)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영업킷 3레벨 (미니·스탠다드·VIP)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스티커 5종 (뱃지·QR·로고·캠페인·개인맞춤)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인쇄소 브리프 &amp; 예산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2026-04-23 · 권은환 대표 프리뷰용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BRAND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인쇄물이 공유하는 단일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600200" cy="1463040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 Warm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#D97757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주조색 · 로고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783080"/>
            <a:ext cx="160020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Ink Deep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· 헤드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783080"/>
            <a:ext cx="1600200" cy="146304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Cream Paper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#F5F0E8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· 종이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1783080"/>
            <a:ext cx="1600200" cy="146304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Teal Clinical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#0B5D5D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신뢰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783080"/>
            <a:ext cx="1600200" cy="1463040"/>
          </a:xfrm>
          <a:prstGeom prst="rect">
            <a:avLst/>
          </a:prstGeom>
          <a:solidFill>
            <a:srgbClr val="7A9B7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Sage Health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#7A9B76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배지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Ratio Rule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Cream / 25% Ink / 10% Terra / 5% Teal 또는 Sage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한글: Pretendard (Bold 700 / Regular 400 / SemiBold 600)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영문: Söhne 또는 Inter (Semibold / Regular / Italic)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시스템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CARD 01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 Minimalist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Jony Ive 유산 · 극도의 미니멀 · 촉감이 디자인의 일부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(Front)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권은환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5570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only4wook@gmail.com    010-XXXX-XXXX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0352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(Back)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2423160"/>
            <a:ext cx="6400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2459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22592" y="2459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86207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2697480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39712" y="283464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5570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pet-eto.vercel.app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몽블랑 260g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후가공: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로고만 엠보싱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인쇄: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양면 1도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단가: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200장 8~12만원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수의사에게 주는 느낌: "디자인에 투자하는 스타트업 = 디테일을 안다"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· Apple Minimalist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CARD 02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Warm Functional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Material You · 따뜻한 기능주의 · 3초 안에 이해되는 컬러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3200400" cy="645749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권은환  Eunhwan Kwon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· Founder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only4wook@gmail.com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010-XXXX-XXXX    🌐 pet-eto.vercel.app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03520" y="1920240"/>
            <a:ext cx="3200400" cy="1956816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(Front)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(Back)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펫 건강 AI, 1분 체험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697480"/>
            <a:ext cx="6400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273405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273405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0256" y="313639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971800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310896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 아트지 250g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후가공: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인쇄: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양면 4도 풀컬러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단가: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200장 5~8만원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수의사에게 주는 느낌: "밝고 자신있네. 요즘 스타트업답다. 스캔해봐야지."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· Google Warm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CARD 03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 Editorial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Jenny Wen 감성 · 연구소의 명함 · 세리프 · 레터프레스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(Front)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640080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spc="8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권 은 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163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Eunhwan Kwon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374136"/>
            <a:ext cx="283464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570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only4wook@gmail.com    010-XXXX-XXXX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0352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(Back)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103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"흩어진 펫 정보를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수의사의 언어로 통합합니다."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7889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pet-eto manifesto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18120" y="3099816"/>
            <a:ext cx="5029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54696" y="313639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313639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4696" y="34015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337413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351129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602736"/>
            <a:ext cx="283464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36758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 to experience · pet-eto.app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빈티지 크림 250g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후가공: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레터프레스 (압인)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인쇄: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양면 2도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단가: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200장 15~25만원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수의사에게 주는 느낌: "이 회사, 책 같다. 깊이 있어 보여. 믿음이 간다."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· Anthropic Editorial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CARD 04 / 05 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Vet Chart — 한국적 의료 에디토리얼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 차트 메타포 · 수의사 타겟에 가장 효과적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(Front)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017520" cy="228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29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PET-eto  │  진료 차트 No. 2026-001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587752"/>
            <a:ext cx="301752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331720"/>
            <a:ext cx="0" cy="27432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권은환  Eunhwan Kwon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301752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624328"/>
            <a:ext cx="0" cy="27432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24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63040" y="2624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 Founder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3172968"/>
            <a:ext cx="301752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916936"/>
            <a:ext cx="0" cy="27432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16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63040" y="2916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only4wook@gmail.com  010-XXXX-XXXX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465576"/>
            <a:ext cx="301752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3209544"/>
            <a:ext cx="0" cy="27432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09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6304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2026.04.23  │  pet-eto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0352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(Back)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처방 Rx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반려동물 건강 AI 체크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스캔 처방합니다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926080"/>
            <a:ext cx="6400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0256" y="296265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22592" y="296265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0256" y="336499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3200400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9712" y="333756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60273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______________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추천 ★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종이: 아르떼 210g  | 후가공: 없음  | 인쇄: 양면 2도  | 단가: 200장 6~10만원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수의사에게 주는 느낌: "재밌다. 우리를 이해하고 있네. 대화 소재가 됨."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· Vet Chart 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CARD 05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Tactile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공예 감성 · 촉감 최대화 · VIP 영업용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(Front)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783080" y="3017520"/>
            <a:ext cx="914400" cy="0"/>
          </a:xfrm>
          <a:prstGeom prst="line">
            <a:avLst/>
          </a:prstGeom>
          <a:noFill/>
          <a:ln w="635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(Terra Warm 박 처리 + Blind Deboss)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303520" y="1920240"/>
            <a:ext cx="3200400" cy="1956816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(Back)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권은환  │  Eunhwan Kwon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3591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· Founder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274320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only4wook@gmail.com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29260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010-XXXX-XXXX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31089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pet-eto.vercel.app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18120" y="3236976"/>
            <a:ext cx="5029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54696" y="327355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327355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4696" y="353872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351129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4152" y="3648456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반누보 내추럴 300g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후가공: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 박 + Emboss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단가: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200장 25~40만원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수의사에게 주는 느낌: "이 명함 받는 것만으로도 기분 좋다. 이 사람 만나야겠다."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· Premium Tactile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5종 비교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예산·난이도·효과별 비교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132588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737360"/>
            <a:ext cx="146304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737360"/>
            <a:ext cx="1371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후가공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1371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예산(200장)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118872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효과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737360"/>
            <a:ext cx="109728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411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219456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 Minimalist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19456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몽블랑 260g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2194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엠보싱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194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8~12만원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1945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21945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651760"/>
            <a:ext cx="41148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" y="2651760"/>
            <a:ext cx="132588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Warm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2651760"/>
            <a:ext cx="146304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 아트지 250g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2651760"/>
            <a:ext cx="1371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2651760"/>
            <a:ext cx="1371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5~8만원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2651760"/>
            <a:ext cx="118872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2651760"/>
            <a:ext cx="109728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108960"/>
            <a:ext cx="411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68680" y="310896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3108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 Editorial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194560" y="310896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94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빈티지 크림 250g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0" y="31089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레터프레스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0" y="31089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15~25만원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0" y="31089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89520" y="31089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3566160"/>
            <a:ext cx="41148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68680" y="3566160"/>
            <a:ext cx="132588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8680" y="3566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Vet Chart 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94560" y="3566160"/>
            <a:ext cx="146304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아르떼 210g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0" y="3566160"/>
            <a:ext cx="137160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0" y="3566160"/>
            <a:ext cx="137160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6~10만원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00800" y="3566160"/>
            <a:ext cx="118872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589520" y="3566160"/>
            <a:ext cx="1097280" cy="457200"/>
          </a:xfrm>
          <a:prstGeom prst="rect">
            <a:avLst/>
          </a:prstGeom>
          <a:solidFill>
            <a:srgbClr val="F5E1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566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수의사·병원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" y="4023360"/>
            <a:ext cx="411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023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68680" y="4023360"/>
            <a:ext cx="1325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8680" y="4023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Tactile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194560" y="402336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945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반누보 300g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57600" y="40233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 박+Emboss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029200" y="40233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25~40만원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400800" y="402336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589520" y="40233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VIP·원장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추천: Concept 4 (Vet Chart) 300장 + Concept 2 (Google Warm) 200장 = 총 15~20만원  ·  수의사용 + 일반용 2종 커버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비교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01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Editorial One-Pager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낱장 · 잡지 한 페이지 느낌 · 세리프 헤드라인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356616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202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01 ·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수의사의 답은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어디에 있는가?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457200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2011680" cy="1188720"/>
          </a:xfrm>
          <a:prstGeom prst="rect">
            <a:avLst/>
          </a:prstGeom>
          <a:solidFill>
            <a:srgbClr val="F5E1D6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[일러스트]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반려인이 묻고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분류하고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수의사가 답한다.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5074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394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수의사용 · 앞면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783080"/>
            <a:ext cx="2560320" cy="356616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19202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REASONS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2402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2350008"/>
            <a:ext cx="196596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증빙된 경력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면허·학교·전공 인증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3172968"/>
            <a:ext cx="196596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자산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포인트·현금화·개인 브랜딩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38862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49040" y="3995928"/>
            <a:ext cx="196596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선별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유의미한 케이스만 큐레이션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0" y="4572000"/>
            <a:ext cx="5486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5776" y="460857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6672" y="460857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65776" y="491947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4846320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5232" y="498348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등록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290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pet-eto.vercel.app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91840" y="5394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수의사용 · 뒷면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1783080"/>
            <a:ext cx="2468880" cy="35661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3타겟 변형 카피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22402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수의사용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24414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"수의사의 답은 어디에 있는가?"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31089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 원장용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310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"병원이 머무는 곳,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환자가 모이는 곳"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0" y="3977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🛒 펫샵용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41788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"믿고 데려가는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반려동물"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0" y="4800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판형 A5 낱장 · 스노우화이트 200g · 양면 4도 · 500장 10~15만원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· Editorial One-Pager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02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Prescription Pad (처방전)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Vet Chart 명함과 연결되는 시리즈성 · 의료 차트 메타포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356616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pet-eto  │  PRESCRIPTION No. ○○○○○○○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94360" y="2770632"/>
            <a:ext cx="228600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331720"/>
            <a:ext cx="0" cy="45720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[타겟명 수기감]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3227832"/>
            <a:ext cx="228600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788920"/>
            <a:ext cx="0" cy="45720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889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[현재 고민]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4416552"/>
            <a:ext cx="2286000" cy="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246120"/>
            <a:ext cx="0" cy="1188720"/>
          </a:xfrm>
          <a:prstGeom prst="line">
            <a:avLst/>
          </a:prstGeom>
          <a:noFill/>
          <a:ln w="381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4612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2588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펫에토 처방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[솔루션 3줄]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5074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  │  pet-eto, 2026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5394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 · 처방전 구조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783080"/>
            <a:ext cx="2560320" cy="356616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복용법 (How to use)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펫에토 앱에 사진 1장 업로드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AI가 증상 자동 분류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수의사 답변 (당일~3일)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포인트 적립 · 필요 시 병원 연결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4023360"/>
            <a:ext cx="731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42816" y="40599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40599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42816" y="455371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297680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62272" y="4434840"/>
            <a:ext cx="54864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5074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 · pet-eto.vercel.app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91840" y="5394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 · 복용법 안내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783080"/>
            <a:ext cx="2468880" cy="35661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시리즈성 강점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240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Vet Chart 명함과 같은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메타포 공유 → 명함 받은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수의사가 리플릿도 받으면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팀 같이 생각함"을 느낌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36118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· 상단 스프링 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접지 없음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43891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단가(500장)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4617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12~18만원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· Prescription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TARGETS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3타겟 × 3 컨셉 변형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타겟별 메시지 · CTA · 가치 제안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 수의사 (개인)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오진 위험 SNS 글이 안타깝다.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 싶어도 플랫폼이 없다.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케이스 답변하고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포인트·뱃지 받는 네트워크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전문가 등록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  동물병원 원장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마케팅은 한계.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낮은 광고비만 소진.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B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브랜딩 + 전국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반려인 리드 = 신환 채널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4160520"/>
            <a:ext cx="2286000" cy="36576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병원 계정 등록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🛒  펫샵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블로그·인스타뿐.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떨어져 경쟁 열세.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반려동물 올리면 AI 체크,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노출로 바이럴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4160520"/>
            <a:ext cx="2286000" cy="365760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펫샵 파트너 신청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3타겟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03~05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컨셉 3가지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접지 · DL 사이즈 중심 · 타겟별 세부 변형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3단 접지 · 비주얼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99×210mm × 3면 · 비주얼 스토리텔링 · 무광코팅 아트지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500부 15~25만원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898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Kraft Natural · 자연주의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크라프트 250g · 손글씨 톤 · 펫샵·제품 영업용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500부 10~18만원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Poster-Fold · 대형 전개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 접힘 → A5 펼침 · 전시·학회 부스용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300부 15~25만원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추천 조합: Concept 1 (Editorial) + Concept 2 (Prescription) = 시리즈성 확보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3~5 요약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1  |  MINI 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미니킷 (현장 영업용)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3초 안에 건네는 "인사 패키지"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00" cy="320040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구성품 3종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1장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4 Vet Chart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1부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Prescription or Editorial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80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1장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 뱃지 1종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783080"/>
            <a:ext cx="338328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[박스 시각화]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0352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포장: 크라프트 봉투(C5) + 심플 실링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3931920"/>
            <a:ext cx="338328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₩3,000 / 세트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3977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50세트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6640" y="4206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15만원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100세트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434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1  |  MINI KIT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2  |  STANDARD 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스탠다드킷 (관심 고객용)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미팅 후 "생각해볼 자료 드리겠습니다"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00" cy="32004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구성품 5종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1장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2부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전문가용 + 대기실용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80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3장 세트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뱃지·QR·로고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안내서 A4 16p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비전·케이스·FAQ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767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엽서 1장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767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친필 인사 공간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1783080"/>
            <a:ext cx="338328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[박스 시각화]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0352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스탠다드킷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포장: 고급 크라프트 박스 + 친필 서명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3931920"/>
            <a:ext cx="338328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₩8,000 / 세트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3977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50세트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4206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40만원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100세트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434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80만원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2  |  STANDARD KIT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  |  VIP 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VIP킷 (원장·투자자·교수용)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선물 포지셔닝 · 성사 확률 높은 타겟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0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구성품 6종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Tactile 명함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박·엠보싱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Story Card 4장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벨리밴드 패키징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80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Poster-Fold 1장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펼치는 재미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하드커버 미니북 24p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펫에토 매니페스토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767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편지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767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인쇄 + 친필 서명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카드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IR 자료·서비스 영상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1783080"/>
            <a:ext cx="338328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[박스 시각화]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0352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VIP킷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포장: 리넨 천 + 크라프트 하드박스 + 왁스실 봉인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931920"/>
            <a:ext cx="338328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₩25,000 / 세트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06640" y="3977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50세트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4206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125만원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100세트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434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250만원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  |  VIP KIT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 KIT BUDGET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영업킷 예산 분배 추천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지원금 한도 110만원 내 최적 조합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8288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874520"/>
            <a:ext cx="1371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13716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874520"/>
            <a:ext cx="118872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46888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1 (미니)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3317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150세트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3317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₩3,000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45만원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33172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영업용 · 수의사·펫샵 방문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18288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2 (스탠다드)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788920"/>
            <a:ext cx="1371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50세트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2788920"/>
            <a:ext cx="1371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₩8,000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788920"/>
            <a:ext cx="118872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40만원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미팅 후 관심 고객용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 (VIP)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32461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10세트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0" y="32461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₩25,000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0" y="32461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25만원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24612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원장·투자자·수의학교 교수용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3703320"/>
            <a:ext cx="1371600" cy="45720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210세트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3703320"/>
            <a:ext cx="1371600" cy="45720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0" y="3703320"/>
            <a:ext cx="1188720" cy="45720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110만원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수의학교 10곳·대형 병원·VC 포함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운영 원칙: Level별 QR 트래킹 (src=kit-mini/std/vip) · 수령자 스프레드시트 · 후속 연락 규칙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영업킷 예산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01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 뱃지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병원·펫샵 카운터/출입문  ·  ★ 핵심 영업 무기 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48840"/>
            <a:ext cx="1280160" cy="128016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partner hospital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원형 · ⌀80mm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1488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48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 · 파트너 펫샵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건강 검증 완료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· 100×50mm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148840"/>
            <a:ext cx="1280160" cy="128016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 · ⌀60mm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리무벌 PVC + UV 코팅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예산: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500장 10~20만원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활용: ★ 핵심 영업 무기 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· 파트너 뱃지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02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스티커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영업킷·리플릿 동봉 · 노트북/다이어리용  ·  명함 보완재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7680960" cy="128016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────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[QR]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스캔하면 바로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· 50×70mm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유포지 + 매트 라미네이팅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예산: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1000장 10~15만원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활용: 명함 보완재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· QR 스티커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03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스티커 (심플)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증정용 · 콜렉션용  ·  브랜드 자산 확장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48840"/>
            <a:ext cx="1280160" cy="128016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원형 · ⌀30mm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1488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48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· 60×20mm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14884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7757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766560" y="2148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🐾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 · ⌀25mm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유포지 + 투명 PVC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예산: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1000장 5종 믹스 15~20만원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활용: 브랜드 자산 확장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· 로고 스티커 (심플)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04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캠페인 스티커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수의학교·컨퍼런스 대량 배포  ·  대화 트리거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수의사의 답은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있다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· 70×70mm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1488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D97757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48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× Vet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pet-eto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· 70×70mm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1488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48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반려인에게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수의사가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명씩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pet-eto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· 70×100mm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모조지 또는 유포지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예산: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2000장 믹스 20~30만원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활용: 대화 트리거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· 캠페인 스티커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05 /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맞춤 뱃지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영업 무기 · 수의사 이름 가변 인쇄  ·  심리적 유대 형성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21945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7680960" cy="1280160"/>
          </a:xfrm>
          <a:prstGeom prst="roundRect">
            <a:avLst>
              <a:gd name="adj" fmla="val 3571"/>
            </a:avLst>
          </a:prstGeom>
          <a:solidFill>
            <a:srgbClr val="F5F0E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김수의 수의사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(답변 수의사 뱃지)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· 100×60mm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유포지 + 매트 라미네이팅 · 가변 인쇄  </a:t>
            </a:r>
            <a:pPr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예산: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50장 약 5만원 (30~50장씩 소량)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활용: 심리적 유대 형성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· 개인 맞춤 뱃지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STICKER BUDGET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5종 총 예산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풀세트 107만원 / 압축 60만원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874520"/>
            <a:ext cx="3566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118872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74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874520"/>
            <a:ext cx="109728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874520"/>
            <a:ext cx="18288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874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258568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258568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1 파트너 뱃지 (3종)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2585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258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300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25856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258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₩250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225856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258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22만원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42616"/>
            <a:ext cx="54864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426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2642616"/>
            <a:ext cx="356616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2642616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2 QR 스티커 (4종)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642616"/>
            <a:ext cx="118872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6426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500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2642616"/>
            <a:ext cx="109728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6426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₩130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642616"/>
            <a:ext cx="182880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642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26만원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026664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0266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5840" y="3026664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3026664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3 로고 (3종)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02666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0266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1,000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302666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026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₩80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302666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026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24만원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410712"/>
            <a:ext cx="54864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10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3410712"/>
            <a:ext cx="356616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3410712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4 캠페인 (3종)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3410712"/>
            <a:ext cx="118872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3410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1,000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0720" y="3410712"/>
            <a:ext cx="109728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410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₩100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3410712"/>
            <a:ext cx="1828800" cy="384048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30만원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3794760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94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05840" y="3794760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3794760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5 개인 맞춤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0" y="379476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3794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60720" y="379476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₩1,000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58000" y="379476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5만원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4178808"/>
            <a:ext cx="548640" cy="384048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178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05840" y="4178808"/>
            <a:ext cx="3566160" cy="384048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5840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(풀세트)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0" y="4178808"/>
            <a:ext cx="1188720" cy="384048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4178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760720" y="4178808"/>
            <a:ext cx="1097280" cy="384048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4178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58000" y="4178808"/>
            <a:ext cx="1828800" cy="384048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107만원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압축 예산 60만원: Type1A×300 + Type2(3종)×각300 + Type3A×1000 + Type4A×1000 + Type5×30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예산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PRINTER 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인쇄소 전달 브리프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정리된 전체 사양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컬러 (CMYK / Pantone)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 Warm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377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#D97757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 M60 Y60 K0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23774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Pantone 7416 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633472"/>
            <a:ext cx="36576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33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Ink Deep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81635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2633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 M0 Y0 K95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77440" y="28163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Pantone Black 6 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3072384"/>
            <a:ext cx="365760" cy="365760"/>
          </a:xfrm>
          <a:prstGeom prst="rect">
            <a:avLst/>
          </a:prstGeom>
          <a:solidFill>
            <a:srgbClr val="F5F0E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0723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Cream Paper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32552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#F5F0E8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7440" y="30723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M5 Y10 K0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0" y="32552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Pantone 9224 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3511296"/>
            <a:ext cx="365760" cy="365760"/>
          </a:xfrm>
          <a:prstGeom prst="rect">
            <a:avLst/>
          </a:prstGeom>
          <a:solidFill>
            <a:srgbClr val="0B5D5D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5112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Teal Clinical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6941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#0B5D5D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77440" y="351129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C90 M40 Y50 K40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36941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Pantone 5473 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solidFill>
            <a:srgbClr val="7A9B7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95020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Sage Health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41330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#7A9B76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77440" y="39502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C55 M25 Y55 K5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77440" y="41330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Pantone 5555 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0233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&amp; 후가공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명함(고급)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몽블랑 260g / 크림보드 280g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487168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505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명함(표준)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2505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아르떼 210g / 레자크 210g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2798064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명함(특수)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 아트지 250g · 반누보 300g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108960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표준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무광코팅 210g 아트지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3419856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고급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스노우화이트 200g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3730752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옥외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리무벌 PVC + UV 코팅 (2년 보증)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041648"/>
            <a:ext cx="3749040" cy="0"/>
          </a:xfrm>
          <a:prstGeom prst="line">
            <a:avLst/>
          </a:prstGeom>
          <a:noFill/>
          <a:ln w="381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홍보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4059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유포지 + 매트 라미네이팅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인쇄소 브리프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예산 시뮬레이션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110만원 / 풀세트 200만원+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패키지 (110만원)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영업 시작 가능한 최소 구성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Concept 4 (Vet Chart)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Concept 1 (Editorial) 3타겟 × 200부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2350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2350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20만원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5511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핵심 5종 압축 세트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551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2,500장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2551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60만원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7523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영업킷 Level 1 × 150세트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2752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150세트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2752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45만원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953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953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2953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135만원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solidFill>
            <a:srgbClr val="0B5D5D"/>
          </a:solidFill>
          <a:ln w="12700">
            <a:solidFill>
              <a:srgbClr val="0B5D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풀세트 (200만원+)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영업 + VIP 타겟 포함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 Concept 2+4 혼합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15만원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950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리플릿 5컨셉 × 3타겟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50만원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1513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풀세트 5종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4151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4151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107만원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525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영업킷 Level 1+2+3 혼합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4352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210세트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4352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110만원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5537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69280" y="4553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553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5D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282만원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예산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E1D6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인쇄소 발주 체크리스트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 전 반드시 확인할 9가지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214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출혈(bleed) 3mm 포함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1214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19202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안전여백(safe area) 5mm 확보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214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19202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폰트 아웃라인 처리 (깨짐 방지)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358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CMYK 컬러 모드 (RGB 금지)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30358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86200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 300dpi 이상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0358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실제 스캔 테스트 (인쇄 샘플에서)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9502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37490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샘플 선수령 (무광/유광 비교)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7490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39502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37490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Pantone 넘버 지정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749040"/>
            <a:ext cx="265176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95020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37490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교정지 2회 (컬러 교정 → 최종 교정)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46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P.E.T 펫에토 · 마케팅 시안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48463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 체크리스트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대욱님 다음 할 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66928"/>
          </a:xfrm>
          <a:prstGeom prst="rect">
            <a:avLst/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인쇄소 3곳 견적 요청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130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한양 인쇄·성원 애드콤·오늘의 프린트 등 추천. 이 PPTX + brand_system.md 전달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66928"/>
          </a:xfrm>
          <a:prstGeom prst="rect">
            <a:avLst/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멘토 예약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16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https://bit.ly/41TAKRm 에서 강창규/이광헌 교수 상담 (1차 필수)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566928"/>
          </a:xfrm>
          <a:prstGeom prst="rect">
            <a:avLst/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사전승인신청서 제출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02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.ai-context/funding/pre_approval_form_draft.md 기반 → 담당매니저 제출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Claude에게 요청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87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 반영해서 최종 사양 확정 · 로고 파일 받으면 디자인 브리프 보강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pet-eto  ·  권은환  ·  only4wook@gmail.com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펫에토 마케팅 디자인 시안 — 대욱님 프리뷰</dc:title>
  <dc:subject>PptxGenJS Presentation</dc:subject>
  <dc:creator>P.E.T 펫에토</dc:creator>
  <cp:lastModifiedBy>P.E.T 펫에토</cp:lastModifiedBy>
  <cp:revision>1</cp:revision>
  <dcterms:created xsi:type="dcterms:W3CDTF">2026-04-23T07:31:55Z</dcterms:created>
  <dcterms:modified xsi:type="dcterms:W3CDTF">2026-04-23T07:31:55Z</dcterms:modified>
</cp:coreProperties>
</file>